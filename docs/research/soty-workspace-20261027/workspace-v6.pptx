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d30f9ff964b42" /><Relationship Type="http://schemas.openxmlformats.org/officeDocument/2006/relationships/extended-properties" Target="/docProps/app.xml" Id="Rd8dce48b2a20448f" /><Relationship Type="http://schemas.openxmlformats.org/officeDocument/2006/relationships/officeDocument" Target="/ppt/presentation.xml" Id="Rd408c9aa1c13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4f3406310c4d20"/>
  </p:sldMasterIdLst>
  <p:notesMasterIdLst>
    <p:notesMasterId xmlns:r="http://schemas.openxmlformats.org/officeDocument/2006/relationships" r:id="Re7427df11ae049b8"/>
  </p:notesMasterIdLst>
  <p:sldIdLst>
    <p:sldId xmlns:r="http://schemas.openxmlformats.org/officeDocument/2006/relationships" id="256" r:id="R71f6fe97ba2d475f"/>
    <p:sldId xmlns:r="http://schemas.openxmlformats.org/officeDocument/2006/relationships" id="257" r:id="R36902f04c9bb4421"/>
    <p:sldId xmlns:r="http://schemas.openxmlformats.org/officeDocument/2006/relationships" id="258" r:id="Rfa8c88e5c80240f4"/>
    <p:sldId xmlns:r="http://schemas.openxmlformats.org/officeDocument/2006/relationships" id="259" r:id="R0750e6397e8c4b03"/>
    <p:sldId xmlns:r="http://schemas.openxmlformats.org/officeDocument/2006/relationships" id="260" r:id="R059dc2a74068449b"/>
    <p:sldId xmlns:r="http://schemas.openxmlformats.org/officeDocument/2006/relationships" id="261" r:id="R929b5cd082f6490d"/>
    <p:sldId xmlns:r="http://schemas.openxmlformats.org/officeDocument/2006/relationships" id="262" r:id="R6160058a65be4cc1"/>
    <p:sldId xmlns:r="http://schemas.openxmlformats.org/officeDocument/2006/relationships" id="263" r:id="R291cb465fe4b461a"/>
    <p:sldId xmlns:r="http://schemas.openxmlformats.org/officeDocument/2006/relationships" id="264" r:id="Rb60aa30b26504b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0d992f963d4076" /><Relationship Type="http://schemas.openxmlformats.org/officeDocument/2006/relationships/slideMaster" Target="/ppt/slideMasters/slideMaster1.xml" Id="R474f3406310c4d20" /><Relationship Type="http://schemas.openxmlformats.org/officeDocument/2006/relationships/notesMaster" Target="/ppt/notesMasters/notesMaster1.xml" Id="Re7427df11ae049b8" /><Relationship Type="http://schemas.openxmlformats.org/officeDocument/2006/relationships/presProps" Target="/ppt/presProps.xml" Id="Rafde00900bf54cb4" /><Relationship Type="http://schemas.openxmlformats.org/officeDocument/2006/relationships/tableStyles" Target="/ppt/tableStyles.xml" Id="R8c0f1d3425ec4e9c" /><Relationship Type="http://schemas.openxmlformats.org/officeDocument/2006/relationships/slide" Target="/ppt/slides/slide1.xml" Id="R71f6fe97ba2d475f" /><Relationship Type="http://schemas.openxmlformats.org/officeDocument/2006/relationships/slide" Target="/ppt/slides/slide2.xml" Id="R36902f04c9bb4421" /><Relationship Type="http://schemas.openxmlformats.org/officeDocument/2006/relationships/slide" Target="/ppt/slides/slide3.xml" Id="Rfa8c88e5c80240f4" /><Relationship Type="http://schemas.openxmlformats.org/officeDocument/2006/relationships/slide" Target="/ppt/slides/slide4.xml" Id="R0750e6397e8c4b03" /><Relationship Type="http://schemas.openxmlformats.org/officeDocument/2006/relationships/slide" Target="/ppt/slides/slide5.xml" Id="R059dc2a74068449b" /><Relationship Type="http://schemas.openxmlformats.org/officeDocument/2006/relationships/slide" Target="/ppt/slides/slide6.xml" Id="R929b5cd082f6490d" /><Relationship Type="http://schemas.openxmlformats.org/officeDocument/2006/relationships/slide" Target="/ppt/slides/slide7.xml" Id="R6160058a65be4cc1" /><Relationship Type="http://schemas.openxmlformats.org/officeDocument/2006/relationships/slide" Target="/ppt/slides/slide8.xml" Id="R291cb465fe4b461a" /><Relationship Type="http://schemas.openxmlformats.org/officeDocument/2006/relationships/slide" Target="/ppt/slides/slide9.xml" Id="Rb60aa30b2650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9346d649004e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d1366c7724715" /><Relationship Type="http://schemas.openxmlformats.org/officeDocument/2006/relationships/notesMaster" Target="/ppt/notesMasters/notesMaster1.xml" Id="R37e684f14f9244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afb222544447e" /><Relationship Type="http://schemas.openxmlformats.org/officeDocument/2006/relationships/notesMaster" Target="/ppt/notesMasters/notesMaster1.xml" Id="Rf5c9935d9b0949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a7c814dd6a41d1" /><Relationship Type="http://schemas.openxmlformats.org/officeDocument/2006/relationships/notesMaster" Target="/ppt/notesMasters/notesMaster1.xml" Id="R58fdc6ec7cda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510768eddb48f6" /><Relationship Type="http://schemas.openxmlformats.org/officeDocument/2006/relationships/notesMaster" Target="/ppt/notesMasters/notesMaster1.xml" Id="R6e4958cbfab446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f957c63c724182" /><Relationship Type="http://schemas.openxmlformats.org/officeDocument/2006/relationships/notesMaster" Target="/ppt/notesMasters/notesMaster1.xml" Id="R048b7909678f41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8f73641e924d8e" /><Relationship Type="http://schemas.openxmlformats.org/officeDocument/2006/relationships/notesMaster" Target="/ppt/notesMasters/notesMaster1.xml" Id="Rcb2e3a2edda24c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38750fc3b24dc2" /><Relationship Type="http://schemas.openxmlformats.org/officeDocument/2006/relationships/notesMaster" Target="/ppt/notesMasters/notesMaster1.xml" Id="Red598a1f526d41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25b71b43274256" /><Relationship Type="http://schemas.openxmlformats.org/officeDocument/2006/relationships/notesMaster" Target="/ppt/notesMasters/notesMaster1.xml" Id="R59effa66a1f44f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ad6808c7364a4d" /><Relationship Type="http://schemas.openxmlformats.org/officeDocument/2006/relationships/notesMaster" Target="/ppt/notesMasters/notesMaster1.xml" Id="R9cbcc1e40ff6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Выбранная целевая модель Сот — «Рабочее пространство». Презентация объясняет устройство продукта и не заявляет готовность всех показанных функций. Основание: требования владельца продукта и выбор модели, 27 октября 2026 года.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Прямая ссылка открывает своё приложение, разговор или сообщение. Если доступ требует профиля, общий вход возвращает человека к исходной цели. Проходить через «Моё» не нужно. Обычное открытие Сот без глубокой ссылки ведёт в «Моё». Публичный просмотр и действия с личными данными могут требовать разного доступа. Это целевая модель «Рабочее пространство».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Совместимое приложение использует общий подтверждённый профиль Сот и сохраняет собственные права и данные. У другого человека своя личная область. Старые записи связываются только при доказанном владении. Перенос профиля, восстановление и подключение устройства — разные действия. Референс общего входа мини-приложений: https://core.telegram.org/bots/webapps#validating-data-received-via-the-mini-app . Описание относится к целевой модели, а не к автоматической совместимости любого сайта.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уже подключённом и доступном поддерживаемом устройстве подготовленный совместимый проект добавляется и открывается одним итоговым действием. Создание по описанию требует подготовки проекта, но приводит к той же карточке и тому же входу. Первое подключение устройства и необходимые права остаются осмысленными предварительными условиями. Недоступность устройства показывается явно. Собственный адрес проекта требует отдельной поддержки владельцем. Целевая модель «Рабочее пространство».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 и обсуждение относятся к одному контексту. При переходе между ними приложение и введённый текст сохраняются. На большом экране их можно видеть рядом, на телефоне переключать. Личный разговор, группа и обсуждение приложения сохраняют своего адресата. Явное обращение к помощнику не выдаёт ему новых прав. Файлы, звонки и совместная работа требуют самостоятельного подтверждения готовности.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рабочем пространстве обычная навигация состоит из «Моё», «Сообщения», «Поиск». На слайде показаны доступные области, а не семь обязательных пунктов меню. Профиль доступен через аватар, настройки относятся к текущему объекту. Устройства используются с разрешения владельца. Публичные отзывы могут оставаться отдельным приложением; приватная проблема направляется в обратную связь нужного объекта.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продуктовая схема небольшого общего ядра и независимых модулей. Она не утверждает конкретные границы уже написанного кода. Профиль, доступ и восстановление обслуживают совместимые приложения единым способом. Каждое приложение отвечает за предметные действия и данные. Инструменты агента используют те же проверяемые границы доступа. Подключение нового модуля не должно требовать отдельной копии входа.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Исторический путь показан как объяснение причины лишних действий: устройство, порт, добавление и открытие жили отдельно. В выбранной модели подготовка проекта и его запуск образуют один процесс. Человек видит понятный ход подготовки и результат. Недоступная среда, несовместимость и ошибка сохранения остаются видимыми состояниями. Слайд описывает направление упрощения, не отчёт о завершённом выпуске.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критерии приёмки выбранной модели «Рабочее пространство», а не полученные коммерческие показатели. Человек достигает цели ссылки, сохраняет свои данные, добавляет подготовленное приложение и продолжает незавершённую работу. Нужны проверки разных людей, устройств, отзыва доступа, перезагрузки и недоступной сети, затем самостоятельный пользовательский проход.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0d4e679154a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7622e53fe4e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05c2f78874a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33517cfdc4f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4ef2a138246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a8f9c97774a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E6BD1A-3BEB-41D8-BB29-AD20F606D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22EC31-5881-49EB-AA25-B8B4C10327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20C723-33BD-4357-A415-7C3A8474C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AC608D-A556-487C-B6F0-4F53DD0FD5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E9DB3B-3BA7-4F9E-B8D7-387A9B7B1E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F37375-07FA-4701-A154-4C5A21452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2E97CB-1437-4DF2-9638-280BDA0E15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41A2D4-7F3C-4618-8212-0FA712FBE1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A89300-72D2-4334-A263-36E7A6E75E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64DF1A-9F7F-4666-9663-1714FF48A6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0f60ddb8b4e6e" /><Relationship Type="http://schemas.openxmlformats.org/officeDocument/2006/relationships/slideLayout" Target="/ppt/slideLayouts/slideLayout1.xml" Id="Re19333cfb79a4360" /><Relationship Type="http://schemas.openxmlformats.org/officeDocument/2006/relationships/slideLayout" Target="/ppt/slideLayouts/slideLayout2.xml" Id="Ra82bdd4207c646a2" /><Relationship Type="http://schemas.openxmlformats.org/officeDocument/2006/relationships/slideLayout" Target="/ppt/slideLayouts/slideLayout3.xml" Id="Rabe722d4ea53497c" /><Relationship Type="http://schemas.openxmlformats.org/officeDocument/2006/relationships/slideLayout" Target="/ppt/slideLayouts/slideLayout4.xml" Id="R80b07b3f320e458e" /><Relationship Type="http://schemas.openxmlformats.org/officeDocument/2006/relationships/slideLayout" Target="/ppt/slideLayouts/slideLayout5.xml" Id="R2bce7b0e13c34632" /><Relationship Type="http://schemas.openxmlformats.org/officeDocument/2006/relationships/slideLayout" Target="/ppt/slideLayouts/slideLayout6.xml" Id="R55965f8a8f4c4e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333cfb79a4360"/>
    <p:sldLayoutId xmlns:r="http://schemas.openxmlformats.org/officeDocument/2006/relationships" id="2147483650" r:id="Ra82bdd4207c646a2"/>
    <p:sldLayoutId xmlns:r="http://schemas.openxmlformats.org/officeDocument/2006/relationships" id="2147483651" r:id="Rabe722d4ea53497c"/>
    <p:sldLayoutId xmlns:r="http://schemas.openxmlformats.org/officeDocument/2006/relationships" id="2147483652" r:id="R80b07b3f320e458e"/>
    <p:sldLayoutId xmlns:r="http://schemas.openxmlformats.org/officeDocument/2006/relationships" id="2147483653" r:id="R2bce7b0e13c34632"/>
    <p:sldLayoutId xmlns:r="http://schemas.openxmlformats.org/officeDocument/2006/relationships" id="2147483654" r:id="R55965f8a8f4c4e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1c78cb4c24b4e" /><Relationship Type="http://schemas.openxmlformats.org/officeDocument/2006/relationships/notesSlide" Target="/ppt/notesSlides/notesSlide1.xml" Id="Ra5294cf57ba041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ec0e42f2e4a33" /><Relationship Type="http://schemas.openxmlformats.org/officeDocument/2006/relationships/notesSlide" Target="/ppt/notesSlides/notesSlide2.xml" Id="R8a6bbf8f778e4c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329e958e747e6" /><Relationship Type="http://schemas.openxmlformats.org/officeDocument/2006/relationships/notesSlide" Target="/ppt/notesSlides/notesSlide3.xml" Id="R62c0d54b9ed4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bee42586a4a99" /><Relationship Type="http://schemas.openxmlformats.org/officeDocument/2006/relationships/notesSlide" Target="/ppt/notesSlides/notesSlide4.xml" Id="R8933703d7abb4b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b0e99d06b4e0f" /><Relationship Type="http://schemas.openxmlformats.org/officeDocument/2006/relationships/notesSlide" Target="/ppt/notesSlides/notesSlide5.xml" Id="R95686b80b44244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a64fc26034d30" /><Relationship Type="http://schemas.openxmlformats.org/officeDocument/2006/relationships/notesSlide" Target="/ppt/notesSlides/notesSlide6.xml" Id="R3c39ba842902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c59b5a5c34707" /><Relationship Type="http://schemas.openxmlformats.org/officeDocument/2006/relationships/notesSlide" Target="/ppt/notesSlides/notesSlide7.xml" Id="R1b00f4a2dbc747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4608874eb490a" /><Relationship Type="http://schemas.openxmlformats.org/officeDocument/2006/relationships/notesSlide" Target="/ppt/notesSlides/notesSlide8.xml" Id="R634ec52f3bf4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5008184ce4097" /><Relationship Type="http://schemas.openxmlformats.org/officeDocument/2006/relationships/notesSlide" Target="/ppt/notesSlides/notesSlide9.xml" Id="R3a9c263d294d49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3F315-1C04-4424-91CE-BBC7051D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A773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60071-77DB-4A3A-8AD1-BC248A65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47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Одно пространство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жизни и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DEA21-F1EA-4A22-9264-0565905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6D0D0"/>
                </a:solidFill>
                <a:latin typeface="Arial"/>
                <a:ea typeface="Arial"/>
                <a:cs typeface="Arial"/>
              </a:rPr>
              <a:t>Люди, приложения и помощник — рядом.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9F345-04C1-4335-B0E1-1D6A2779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A773"/>
                </a:solidFill>
                <a:latin typeface="Arial"/>
                <a:ea typeface="Arial"/>
                <a:cs typeface="Arial"/>
              </a:rPr>
              <a:t>Рабочее пространство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280B0-2417-4A40-949A-13C60AF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23950"/>
            <a:ext cx="1466850" cy="1466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2514B-EF88-4235-BE40-832255E2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81200"/>
            <a:ext cx="1466850" cy="1466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A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5D897-3378-4E5A-AAD4-D40C0807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1466850" cy="1466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7E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BECDF-45A5-4624-BFF4-F544769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1466850" cy="1466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358B6-EFB1-4847-B633-F318BF13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1466850" cy="1466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435C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C5F11-71F6-451C-A69F-3F424AC8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1466850" cy="1466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3BA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AC02D-3E36-4686-983F-BDDC9F3A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B5475-0747-4640-90E1-8E95A38F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CB7BC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B028E-4C60-4399-836F-02BAF3F6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CB7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2570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4FF8B-FAAD-45AC-BA39-E621DBA5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Ссылка открывает нужное место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A7AD4-1FC4-4AC6-9A16-21D9CBF3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Обычный вход открывает «Моё»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F1FD3-1B7D-4B5C-906A-14B48032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C5A"/>
                </a:solidFill>
                <a:latin typeface="Arial"/>
                <a:ea typeface="Arial"/>
                <a:cs typeface="Arial"/>
              </a:rPr>
              <a:t>ПО ССЫЛКЕ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8E67B-28F9-41AD-9AC9-E263B8FA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33337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F73ED-1DB2-4C05-8686-9148C73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Ссылка на приложение</a:t>
            </a:r>
          </a:p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или разговор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CED6C-D596-4939-892F-B3AEF703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05100"/>
            <a:ext cx="1857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CD938-2724-4539-AF9F-4A28132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003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Вход, если требуется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51576-E518-4AA5-B4A3-669EA8B5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57425"/>
            <a:ext cx="50673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E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52821-8139-486D-8E50-4C2C133B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Нужное приложение</a:t>
            </a:r>
          </a:p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или разговор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78139-BBE4-440E-A5A8-D254BA3E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C5A"/>
                </a:solidFill>
                <a:latin typeface="Arial"/>
                <a:ea typeface="Arial"/>
                <a:cs typeface="Arial"/>
              </a:rPr>
              <a:t>ОБЫЧНЫЙ ВХОД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4CBC6-29AD-43B2-823F-E53F747A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333750" cy="923925"/>
          </a:xfrm>
          <a:prstGeom xmlns:a="http://schemas.openxmlformats.org/drawingml/2006/main" prst="roundRect">
            <a:avLst>
              <a:gd name="adj" fmla="val 18557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70281-0F45-4A51-840B-C15ABF4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Открываю Соты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F4D18-1990-4D98-B7B4-6FA993B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62500"/>
            <a:ext cx="1857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91772-1ED6-4FF1-8BF9-533B0FA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50673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4BD5F-3BFE-4CD1-843F-C306F0CC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29125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F6C5A"/>
                </a:solidFill>
                <a:latin typeface="Arial"/>
                <a:ea typeface="Arial"/>
                <a:cs typeface="Arial"/>
              </a:rPr>
              <a:t>Моё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6E541-A413-4508-AC17-573CC043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93395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F6C5A"/>
                </a:solidFill>
                <a:latin typeface="Arial"/>
                <a:ea typeface="Arial"/>
                <a:cs typeface="Arial"/>
              </a:rPr>
              <a:t>Свои люди и приложения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F0D8C-0B1F-40B7-B947-8BC22373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C7277-D7B3-4D64-B86A-821FA8AE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CA9BB-64E0-4DA9-84FB-90877DC6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9552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56F73-D7FC-4AB1-9762-4D128AB0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Один аккаунт для приложений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BD9A6-A822-4E49-8403-05F9359C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Совместимые приложения узнают человека через Соты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33465-16E8-4F1C-80CA-29AC4B3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CB0CB-2AF3-45B7-84C4-95750850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E28EF-03B1-485D-911D-062CD9FB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86025"/>
            <a:ext cx="200977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82D16-5B54-4E63-A44C-BA61C31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24150"/>
            <a:ext cx="2009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44794-D315-4FB5-9BC3-D105949F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38500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CBD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7D1"/>
                </a:solidFill>
                <a:latin typeface="Arial"/>
                <a:ea typeface="Arial"/>
                <a:cs typeface="Arial"/>
              </a:rPr>
              <a:t>общий вход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D85F1-D352-48F9-8113-D9D218A8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527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02EE3-FE64-4163-B109-E9CD1D7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1117B-42E2-45DD-BEE1-93CEE718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62150"/>
            <a:ext cx="981075" cy="9810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DAE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194DB-D233-44F9-8C33-1BD0CE64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81350"/>
            <a:ext cx="981075" cy="9810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73709-8F8C-41B9-82F0-124990E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62150"/>
            <a:ext cx="9810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45ED9-0040-4C80-963B-FA1452E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81350"/>
            <a:ext cx="9810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626A0-2D17-4E0D-94BA-4A28969A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47925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A451F-D0E4-4DD0-ABC5-43205F2E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6F73-530C-4414-9D09-1A5239C4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4000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2EFFE-6165-49C9-AE18-182FF71F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4000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7CD69-05B2-42FB-B35C-72F868A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6692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Приложение 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6B110-E5B1-419E-815E-AB1FC52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428875"/>
            <a:ext cx="328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Личные данные человека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B0044-842E-4B14-8DC9-0697284D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956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Приложение 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0FB5E-FE7E-40B3-A804-C8E7BB93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57600"/>
            <a:ext cx="328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Личные данные человека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D336F-0475-497F-94E2-FC468E3C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625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C5A"/>
                </a:solidFill>
                <a:latin typeface="Arial"/>
                <a:ea typeface="Arial"/>
                <a:cs typeface="Arial"/>
              </a:rPr>
              <a:t>Для другого человека — своё содержимое и свои права.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E0DCB-890F-43D7-A586-D0495F60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Аккаунт можно перенести и восстановить на другом устройстве.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BF4B7-4229-4C5A-9867-2748C0F3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6B718-2E75-4E91-B60D-C55DB89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F00FD-5842-4FDF-9062-78E9C026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1288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70C90-1796-4568-933F-CBD3CD5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Одно действие — и приложение в Сотах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C65D0-DE23-4585-A227-53E5CAC9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Готовый проект или новая идея — один понятный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E054C-E7B6-4133-9544-9F270C6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810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0FC5-0337-47BA-980E-121F3633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Готовый проект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4E07B-4E0A-4B1E-A3EC-7FF4B63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62225"/>
            <a:ext cx="2419350" cy="37147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AB534-88EC-4FE2-8A07-3A6FEEF3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62225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076A3-B508-4D8C-A4C6-9E784443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3810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0A25D-9C6D-471D-B86E-0ACED1B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Новая идея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3B21B-539A-4F91-976B-60A5656D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2419350" cy="37147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55684-951D-43C7-A605-CAE50E43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241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с помощником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308A3-DE0E-4C57-8E64-9B7EEA0C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241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7B720-09DC-4FB2-A92E-FF169A2E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957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384F5-D0BD-471D-B88E-E918A86F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24125"/>
            <a:ext cx="190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6789F-3B66-4BA7-83EE-330AE556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992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FC8A2-A704-4943-A33A-AF94DEE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33675"/>
            <a:ext cx="990600" cy="9906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FE1AB-9037-4797-B28D-9488F10D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33675"/>
            <a:ext cx="99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55CF7-6F06-493C-A58A-682C820A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99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0F11F-8769-459E-96A4-B3AB46E3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86000"/>
            <a:ext cx="41338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30073-C70E-4ED3-A7D9-6545A01C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05100"/>
            <a:ext cx="876300" cy="8763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2A645-E2E0-4110-ADF3-4AD29004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76525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Приложение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556FA-587C-4E7A-85D8-DE5B7BD2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Открыто в «Моём»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11CFD-D1CD-482E-89D3-2EAF304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Устройство подключается один раз. Если оно недоступно, Соты скажут об этом.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0E45F-36D9-45F9-ADA3-B2822E7D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Совместимый сайт может работать и по своему адресу.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DA3C2-2E97-443F-B15F-305DF09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C3244-B3E1-42FE-AE26-ADC0DFD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A9EB1-C99A-4945-9F51-B75F2DB6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4887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D6847-CA91-44C1-9E3F-920CE98D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Разговор рядом с делом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72C41-C8C6-4D20-9632-C496D1A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Обсуждение принадлежит нужному человеку, группе или приложению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EE5C4-AFF2-43C6-9424-FF44F9F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800850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D2C78-22D0-4312-991D-9769A1DC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6391275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0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0F4A8-851C-456E-A3F9-F82BA7ED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План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29EB3-9101-457C-8AF0-B1D16B21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D6806-CB34-4E57-8D65-4255D73F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4905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6A049-97BF-4BAD-97A9-48C12746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4219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5CBA7-78CA-401B-B224-B6872506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3667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B9D0A-17A2-44A8-BC54-3503681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3705225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3B613-C21D-4DA0-80A5-18AAC100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90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Обсуждение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E48FD-B701-4A50-973F-A7CF0779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81300"/>
            <a:ext cx="25622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208FC-36F5-4308-B476-BE67BA8C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813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F6C5A"/>
                </a:solidFill>
                <a:latin typeface="Arial"/>
                <a:ea typeface="Arial"/>
                <a:cs typeface="Arial"/>
              </a:rPr>
              <a:t>Давай сделаем вместе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3AFCA-7AE8-4E72-A7B5-3E73B3DE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19475"/>
            <a:ext cx="261937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E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90781-E15F-4959-9CD4-2FC97FDF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194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Да, вижу задачу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77B0F-2D47-46B7-B65A-B8E21A1F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371975"/>
            <a:ext cx="31527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D02ED-BB30-4D69-A6F5-B7EC3E0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37197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Сообщение…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645BB-EE62-4327-87BD-2BA8170E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Сообщение идёт адресату. Помощник отвечает на обращение.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D1CE6-82D1-4602-ABD7-A2BC245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66E42-7C2D-4672-AF87-F78A4C5A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A6306-D565-437F-AAFA-19DF867C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5020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8011E-70D7-4D84-B0FB-15AD1B63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Всё нужное — в одном пространстве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C68C1-7468-41DE-887E-4270DD85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Человек сам выбирает, что оставить рядом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4C8C2-2563-49FF-8529-20866D84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1095375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DAE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05098-F2BF-4577-8696-87635F56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2422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Люди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C1F1F-75C3-4806-83D0-DFF8D62B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24075"/>
            <a:ext cx="1095375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5F1D9-ACC5-4507-82C0-1A1423A0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Сообщения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6E28D-4A0A-4158-9A31-FF47AF09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24075"/>
            <a:ext cx="1095375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E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9B8E1-FDCF-47A2-8426-C78B55E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2422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Приложения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BA434-1E04-4ABF-B2B6-7B163104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24075"/>
            <a:ext cx="1095375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3E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FFFB4-D78B-4134-B017-C0E3D965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2422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Помощник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1B4A5-5BE3-4FBA-8BC3-43F70E72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971925"/>
            <a:ext cx="1095375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A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7FC3E-19E1-4890-B145-952A00C6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720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Устройства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3EC05-0E3F-4528-B654-4DD4F32D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71925"/>
            <a:ext cx="1095375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E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17B82-DE19-4BB0-B0C9-4EFC85A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720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Отзывы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FB296-C1EB-43B7-BE5F-4C8B0672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71925"/>
            <a:ext cx="1095375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2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C3F0B-EB99-41D7-B1DC-E4877D18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720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Настройки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9FF09-2B59-469A-ADAE-9198EA69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62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38CB0-764B-43D7-BCA8-D3E7939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419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103D2-19B8-4ECD-8095-EC163C1C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19350"/>
            <a:ext cx="523875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212CC-0AFF-4EC8-8E86-C1697569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0030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···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891F6-7FA3-4CDF-B409-EFE8AAA9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19350"/>
            <a:ext cx="161925" cy="16192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F1C7F-51BC-474F-BF81-7DF7D860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161925" cy="16192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FE07A-11BF-4622-9AA8-3840EC20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57475"/>
            <a:ext cx="161925" cy="16192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791E6-936A-445D-AD30-9B667146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57475"/>
            <a:ext cx="161925" cy="16192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E9DFF-75BC-4184-ABF5-1B474E22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DE5CE-865A-4BD0-80C1-DFE125E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19575"/>
            <a:ext cx="400050" cy="4381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F7332-4558-408C-8FE2-98221543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267200"/>
            <a:ext cx="304800" cy="31432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13A89-D6D2-4689-8C47-03421169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10050"/>
            <a:ext cx="514350" cy="5143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03B08F-89B4-4EC2-AC6C-146A50B8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15CF5-B289-4668-8758-9232E37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624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B4C85-B106-4CEC-98BB-3C78000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340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Свои устройства доступны с разрешения владельца.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A27FED-E1B5-44B5-B87E-FF507DA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Отзывы могут оставаться отдельным приложением.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C6C08B-6EA2-41C8-A3B0-64BE2725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FC1058-18DD-4001-9FED-27650B64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33D189-80EA-4692-9F5A-6A35C2C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0830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97386-24F7-4EA0-8684-9DC11717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Оболочка и небольшие модули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D9DD0-7039-4E60-9178-80B4C421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Каждый модуль делает одну понятную работу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723D2-C068-4292-8BE9-32B16C8E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25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8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C310E-C19A-49DA-A365-D69C12D4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Интерфейс Сот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307C9-EA29-4A56-B889-D9362CC6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57525"/>
            <a:ext cx="1952625" cy="1133475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62CA2-32CF-4EAA-9658-AA7F1437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7049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Профиль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и 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DC95B-800D-40A2-8F38-0BB8E4B7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57525"/>
            <a:ext cx="1952625" cy="1133475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41C13-E30F-471F-AF58-192873D7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17049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Приложения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и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2DA62-5732-45AC-903D-5E418027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57525"/>
            <a:ext cx="1952625" cy="1133475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03AAC-2F33-41FA-AE80-0946490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62300"/>
            <a:ext cx="17049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Общение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A0228-4E8E-4CA4-84A2-81D0D28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57525"/>
            <a:ext cx="1952625" cy="1133475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F2175-48E0-40FB-893B-89ECBEAB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17049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Помощник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58F63-1078-464E-B87B-FE973F37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57525"/>
            <a:ext cx="1952625" cy="1133475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04E02-EED3-43A8-B93E-7B8431C4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7049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Устройства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86BB2-B247-492D-A8EE-8E95B39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3842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36492-5C05-4F61-973B-8120B2C4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3842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A4C41-EE7C-4E6C-9E63-38C178C2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3842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B20B6-342B-42AF-84FE-C3591E48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3842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E7343-59BC-4AFA-85E6-EB39A85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3842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422C1-8102-4817-9167-71754E07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29150"/>
            <a:ext cx="107251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6E8E7-8B71-453A-854F-ECFF7E7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2915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C5A"/>
                </a:solidFill>
                <a:latin typeface="Arial"/>
                <a:ea typeface="Arial"/>
                <a:cs typeface="Arial"/>
              </a:rPr>
              <a:t>Единые правила доступа и восстановления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FD68E-B5EB-42C9-9497-517AA99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3BEB3-FFCF-4D33-B4E9-6EF45DA3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77A1D-03E4-41D8-B954-AE773AFB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5565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31179-4DAE-4C4B-BD95-00CFE7AE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Почему раньше получалось сложно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9EC87-D568-49B9-9076-77867DD7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Важные шаги жили отдельно друг от друга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17CDA-FF01-4DDC-8BC5-5C160AD6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43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ИСХОДНЫЙ ПУТЬ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A2058-0C28-4854-88E9-4EAD6628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20764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A27C0-9356-4730-8C7B-4F3F0C80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812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Устройство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B7CBE-A58F-4080-99F3-C0E505FC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813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8B4CD-F527-4FFB-A1E2-6EBEA057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0764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8D48B-5207-4B7E-9CE8-6692E405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Порт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1CE07-F6A2-45B2-91AD-879ACB2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813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C048D-1C31-4A99-AE55-FEB8C3E7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81250"/>
            <a:ext cx="20764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FF22F-5292-41AC-AD81-5803CD80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812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Добавить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86930-41BE-464B-B28E-A9B7910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813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00420-4952-4758-AB1F-8A0400CE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81250"/>
            <a:ext cx="20764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02F47-D09A-4D3B-9773-52F881F2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812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Открыть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F1B9E-6839-44A9-88AA-AE77EFAE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576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C5A"/>
                </a:solidFill>
                <a:latin typeface="Arial"/>
                <a:ea typeface="Arial"/>
                <a:cs typeface="Arial"/>
              </a:rPr>
              <a:t>ЦЕЛЕВОЙ ПУТЬ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62787-68EC-4EC8-8086-4FA9C67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95775"/>
            <a:ext cx="47148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4BB8C-BDF5-4B22-8691-CE2BD873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95775"/>
            <a:ext cx="433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F6C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C5A"/>
                </a:solidFill>
                <a:latin typeface="Arial"/>
                <a:ea typeface="Arial"/>
                <a:cs typeface="Arial"/>
              </a:rPr>
              <a:t>Выбрать проект или описать задачу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28435-D80F-4DF5-9BF3-095605A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05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625E2-62AD-4AAF-A811-0741306E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95775"/>
            <a:ext cx="45624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E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42010-F74C-4BAA-907A-273FBB9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95775"/>
            <a:ext cx="4171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Приложение открылось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44735-F9C5-462C-AA37-25EBB2CE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BE229-B036-43EA-9C6F-0FEE2D1D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716F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B1E0B-906F-4A84-8CCB-06729E2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77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1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1459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E4600-6080-4989-8DFE-52E527E5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понять, что получилось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98393-6D17-40EF-B3BF-19C9465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581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A7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C58BD-45D2-4770-9CDA-A1EC808A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28775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Открыл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E16FC-5807-4CD5-9F7B-707EEB00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2877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0D0"/>
                </a:solidFill>
                <a:latin typeface="Arial"/>
                <a:ea typeface="Arial"/>
                <a:cs typeface="Arial"/>
              </a:rPr>
              <a:t>Вижу нужное без поиска по настройкам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25953-9171-4E38-89EC-99ACCED1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C31AF-480A-4C15-9E41-07C70DF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581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A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9984B-0D35-43E5-92BA-A92FC05E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09850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Вошёл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1AC05-74AC-47F9-B784-71FCBB95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0D0"/>
                </a:solidFill>
                <a:latin typeface="Arial"/>
                <a:ea typeface="Arial"/>
                <a:cs typeface="Arial"/>
              </a:rPr>
              <a:t>Мои данные остаются моими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DD85F-92A4-4996-83B2-E20B751A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0C58E-5808-4E8A-BB44-739C6EA9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81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A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0C93B-1EF7-413C-B469-60546487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90925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Добавил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E591A-497A-48BC-A2FA-43A9603B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9092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0D0"/>
                </a:solidFill>
                <a:latin typeface="Arial"/>
                <a:ea typeface="Arial"/>
                <a:cs typeface="Arial"/>
              </a:rPr>
              <a:t>Приложение появляется и работает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4F770-D8A4-4E54-AEA2-30F59316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F33FC-5FBA-4CBE-8F98-8A77DF5D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81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A7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A7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706EB-4A5D-4DB4-9042-F6DB9A35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Вернулся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58BE9-2475-4043-96A9-0D401B3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C6D0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0D0"/>
                </a:solidFill>
                <a:latin typeface="Arial"/>
                <a:ea typeface="Arial"/>
                <a:cs typeface="Arial"/>
              </a:rPr>
              <a:t>Работа и разговоры на месте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4BD74-91BD-4479-B374-950614F9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08CCE-309F-48A8-999D-3404EF14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ACB7B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CB7BC"/>
                </a:solidFill>
                <a:latin typeface="Arial"/>
                <a:ea typeface="Arial"/>
                <a:cs typeface="Arial"/>
              </a:rPr>
              <a:t>СОТЫ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100AA-63AB-478F-B98C-439E2219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AC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CB7B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6764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2026-10-27T11:08:42.7790000Z</dcterms:created>
  <dcterms:modified xsi:type="dcterms:W3CDTF">2026-10-27T11:08:42.7800000Z</dcterms:modified>
</coreProperties>
</file>